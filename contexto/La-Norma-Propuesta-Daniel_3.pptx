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Tono colaborativo, no acusatorio — reflejo del hallazgo de hoy: mucho ya se movió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clave del cambio de tono: reconoce lo que ya se movió antes de hablar de lo que falta. Las dos imagenes son capturas reales, con hyperlink a la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Capturas reales de PageSpeed Insights, tomadas hoy. Ambos nombres de sitio tienen hyperlink real por si se abre en un portatil durante la reunion.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Numero de Ascaso verificado en LinkedIn hoy (mas de 1000, redondeado hacia abajo para no sobre-prometer precision).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clave: el argumento personal, sin nombrar ni comparar con nadie de fuera. Se sostiene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Muestra alcance sin comprometer nada — pedido explicito de Diogo de 'ir donde nadie mas piensa' sin tacar en la 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puntos, tono de continuidad ('sostener', 'acelerar') en vez de 'arreglar todo desde cero'.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suave. No pedir nada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company/lanorma-coffee-machine/" TargetMode="External"/><Relationship Id="rId4" Type="http://schemas.openxmlformats.org/officeDocument/2006/relationships/hyperlink" Target="https://www.google.com/search?q=lanorma+coffee+machine+gandia+google+maps" TargetMode="External"/><Relationship Id="rId1" Type="http://schemas.openxmlformats.org/officeDocument/2006/relationships/image" Target="../media/image-2-1.jpg"/><Relationship Id="rId3" Type="http://schemas.openxmlformats.org/officeDocument/2006/relationships/image" Target="../media/image-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lanorma.es" TargetMode="External"/><Relationship Id="rId4" Type="http://schemas.openxmlformats.org/officeDocument/2006/relationships/hyperlink" Target="https://oliveirafotos.es" TargetMode="Externa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image" Target="../media/image-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4F3F1"/>
          </a:solidFill>
          <a:ln/>
        </p:spPr>
      </p:sp>
      <p:pic>
        <p:nvPicPr>
          <p:cNvPr id="3" name="Image 0" descr="/home/claude/proof/LANORMA_HORIZ_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2834640" cy="4983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2286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empezasteis.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017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Puedo acelerarlo.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40080" y="4023360"/>
            <a:ext cx="2926080" cy="0"/>
          </a:xfrm>
          <a:prstGeom prst="line">
            <a:avLst/>
          </a:prstGeom>
          <a:noFill/>
          <a:ln w="19050">
            <a:solidFill>
              <a:srgbClr val="E3E1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mirada honesta al canal digital de La Norma — hecha desde dentro.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balance real, ahora mismo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Comprobado hoy, en vivo — no son datos de hace semanas.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3EE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avanzó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de dos páginas duplicadas a una sola.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seguidores ahora, consolidados.</a:t>
            </a:r>
            <a:endParaRPr lang="en-US" sz="1100" dirty="0"/>
          </a:p>
        </p:txBody>
      </p:sp>
      <p:pic>
        <p:nvPicPr>
          <p:cNvPr id="8" name="Image 0" descr="/home/claude/proof/screenshot-1789494092747-7.jp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926080"/>
            <a:ext cx="2331720" cy="978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la segunda página, verificado ahora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51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de cuenta reiniciada a presencia real.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617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949 seguidores y 77 publicaciones, con destacados organizados.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64592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3E2E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3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todavía frena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en móvil: 35 sobre 100.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ordenador va en 64. La mayoría entra desde el móvil.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154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 sobre 5 en Google — con una señal de alerta.</a:t>
            </a:r>
            <a:endParaRPr lang="en-US" sz="1250" dirty="0"/>
          </a:p>
        </p:txBody>
      </p:sp>
      <p:pic>
        <p:nvPicPr>
          <p:cNvPr id="17" name="Image 1" descr="/home/claude/proof/screenshot-1789494043523-6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520440"/>
            <a:ext cx="2194560" cy="28620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0" y="391363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reseñas. La más reciente, de hace 3 meses: 1 estrella, por una llamada pidiendo información que no se atendió bien.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justo el síntoma que resuelve tener un canal de contacto claro.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· Propuesta digital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opinión — esto es lo que dice la prueba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ahora mismo, con la misma herramienta que usa cualquier agencia.</a:t>
            </a:r>
            <a:endParaRPr lang="en-US" sz="13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lanorma.es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000" dirty="0"/>
          </a:p>
        </p:txBody>
      </p:sp>
      <p:pic>
        <p:nvPicPr>
          <p:cNvPr id="6" name="Image 0" descr="/home/claude/proof/screenshot-1789493873210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5120640" cy="7223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000" dirty="0"/>
          </a:p>
        </p:txBody>
      </p:sp>
      <p:pic>
        <p:nvPicPr>
          <p:cNvPr id="8" name="Image 1" descr="/home/claude/proof/screenshot-1789493902495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83280"/>
            <a:ext cx="5120640" cy="614477"/>
          </a:xfrm>
          <a:prstGeom prst="rect">
            <a:avLst/>
          </a:prstGeom>
        </p:spPr>
      </p:pic>
      <p:sp>
        <p:nvSpPr>
          <p:cNvPr id="9" name="Text 5">
            <a:hlinkClick r:id="rId4" tooltip=""/>
          </p:cNvPr>
          <p:cNvSpPr txBox="1"/>
          <p:nvPr/>
        </p:nvSpPr>
        <p:spPr>
          <a:xfrm>
            <a:off x="630936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oliveirafotos.es  —  esto ya sé hacerlo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000" dirty="0"/>
          </a:p>
        </p:txBody>
      </p:sp>
      <p:pic>
        <p:nvPicPr>
          <p:cNvPr id="11" name="Image 2" descr="/home/claude/proof/screenshot-1789493964517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2286000"/>
            <a:ext cx="5120640" cy="69220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30936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000" dirty="0"/>
          </a:p>
        </p:txBody>
      </p:sp>
      <p:pic>
        <p:nvPicPr>
          <p:cNvPr id="13" name="Image 3" descr="/home/claude/proof/screenshot-1789493981890-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83280"/>
            <a:ext cx="5120640" cy="69220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en directo si hace falta — el enlace es real.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· Propuesta digital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distancia ya no es un abismo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hay que sostener el ritmo — actualizado ahora mismo.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4F3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Ascaso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 español, vende en 95 países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1.000+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2735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en LinkedIn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4F3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Fabricante español, montaje propio en Valencia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273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en LinkedIn — recién consolidados en una sola página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4F3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440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hueco se está cerrando solo. Con continuidad, se cierra más rápido de lo que parece.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· Propuesta digital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estoy dentro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media jornada para entenderme el producto ni conocer la empresa desde fuera.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3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Conozco el producto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974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monto yo mismo, máquina a máquina. Sé cómo está hecho por dentro.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3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Conozco el proceso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974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dónde se pierde tiempo en el taller y dónde se pierde calidad.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3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205740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Conozco la empresa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69748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explicarme quiénes sois ni qué vendéis.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3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0292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no lo tiene ninguna agencia de fuera, por buena que sea.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· Propuesta digital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camino que nadie más está pensando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es una propuesta cerrada — es hasta dónde llega esto, si hace falta.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3F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12264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476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el seguimiento de ventas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 presupuesto enviado no dependa de que alguien se acuerde de reenviarlo.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3F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346704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821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orden en el correo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bandeja que se organiza sola, no que se va acumulando.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581144"/>
            <a:ext cx="384048" cy="384048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4165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todo lo digital entre sí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web, LinkedIn y las reseñas alimenten un mismo sitio — no vivan sueltos.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· Propuesta digital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posible — para acelerar, no para empezar de cero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comprometer nada hoy.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3F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12264"/>
            <a:ext cx="384048" cy="384048"/>
          </a:xfrm>
          <a:prstGeom prst="ellipse">
            <a:avLst/>
          </a:prstGeom>
          <a:solidFill>
            <a:srgbClr val="2E2E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4767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Sostener lo que ya se movió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86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LinkedIn e Instagram no vuelvan a quedarse solos — publicar con ritmo constante.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3F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346704"/>
            <a:ext cx="384048" cy="384048"/>
          </a:xfrm>
          <a:prstGeom prst="ellipse">
            <a:avLst/>
          </a:prstGeom>
          <a:solidFill>
            <a:srgbClr val="2E2E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18211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Aligerar la web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el peso que hoy hace que el catálogo tarde tanto en móvil — es un ajuste técnico.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3F1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581144"/>
            <a:ext cx="384048" cy="384048"/>
          </a:xfrm>
          <a:prstGeom prst="ellipse">
            <a:avLst/>
          </a:prstGeom>
          <a:solidFill>
            <a:srgbClr val="2E2E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4165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círculo de reseñas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754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reseña tras cada instalación — la de hace 3 meses no tiene por qué repetirse.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que haría primero, si tiene sentido para ti. Nada más por ahora.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· Propuesta digital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2926080" cy="777240"/>
          </a:xfrm>
          <a:prstGeom prst="roundRect">
            <a:avLst>
              <a:gd name="adj" fmla="val 9412"/>
            </a:avLst>
          </a:prstGeom>
          <a:solidFill>
            <a:srgbClr val="F4F3F1"/>
          </a:solidFill>
          <a:ln/>
        </p:spPr>
      </p:sp>
      <p:pic>
        <p:nvPicPr>
          <p:cNvPr id="3" name="Image 0" descr="/home/claude/proof/LANORMA_HORIZ_NEG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32304"/>
            <a:ext cx="2560320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33375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quería enseñarte lo que he visto.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compromiso hoy. Hablamos cuando quieras.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Lanorma Coffee Machine Manufacturer S.L.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Norma — Ya empezasteis</dc:title>
  <dc:subject>PptxGenJS Presentation</dc:subject>
  <dc:creator>Diogo</dc:creator>
  <cp:lastModifiedBy>Diogo</cp:lastModifiedBy>
  <cp:revision>1</cp:revision>
  <dcterms:created xsi:type="dcterms:W3CDTF">2026-09-15T17:57:31Z</dcterms:created>
  <dcterms:modified xsi:type="dcterms:W3CDTF">2026-09-15T17:57:31Z</dcterms:modified>
</cp:coreProperties>
</file>